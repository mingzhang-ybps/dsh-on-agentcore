
<file path=[Content_Types].xml><?xml version="1.0" encoding="utf-8"?>
<ns0:Types xmlns:ns0="http://schemas.openxmlformats.org/package/2006/content-types">
  <ns0:Default Extension="xml" ContentType="application/xml"/>
  <ns0:Default Extension="rels" ContentType="application/vnd.openxmlformats-package.relationships+xml"/>
  <ns0:Default Extension="jpeg" ContentType="image/jpeg"/>
  <ns0:Default Extension="jpg" ContentType="image/jpg"/>
  <ns0:Default Extension="svg" ContentType="image/svg+xml"/>
  <ns0:Default Extension="png" ContentType="image/png"/>
  <ns0:Default Extension="gif" ContentType="image/gif"/>
  <ns0:Default Extension="m4v" ContentType="video/mp4"/>
  <ns0:Default Extension="mp4" ContentType="video/mp4"/>
  <ns0:Default Extension="vml" ContentType="application/vnd.openxmlformats-officedocument.vmlDrawing"/>
  <ns0:Default Extension="xlsx" ContentType="application/vnd.openxmlformats-officedocument.spreadsheetml.sheet"/>
  <ns0:Override PartName="/ppt/presentation.xml" ContentType="application/vnd.openxmlformats-officedocument.presentationml.presentation.main+xml"/>
  <ns0:Override PartName="/ppt/notesMasters/notesMaster1.xml" ContentType="application/vnd.openxmlformats-officedocument.presentationml.notesMaster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Masters/slideMaster2.xml" ContentType="application/vnd.openxmlformats-officedocument.presentationml.slideMaster+xml"/>
  <ns0:Override PartName="/ppt/slides/slide2.xml" ContentType="application/vnd.openxmlformats-officedocument.presentationml.slide+xml"/>
  <ns0:Override PartName="/ppt/slideMasters/slideMaster3.xml" ContentType="application/vnd.openxmlformats-officedocument.presentationml.slideMaster+xml"/>
  <ns0:Override PartName="/ppt/slides/slide3.xml" ContentType="application/vnd.openxmlformats-officedocument.presentationml.slide+xml"/>
  <ns0:Override PartName="/ppt/slideMasters/slideMaster4.xml" ContentType="application/vnd.openxmlformats-officedocument.presentationml.slideMaster+xml"/>
  <ns0:Override PartName="/ppt/slides/slide4.xml" ContentType="application/vnd.openxmlformats-officedocument.presentationml.slide+xml"/>
  <ns0:Override PartName="/ppt/slideMasters/slideMaster5.xml" ContentType="application/vnd.openxmlformats-officedocument.presentationml.slideMaster+xml"/>
  <ns0:Override PartName="/ppt/slides/slide5.xml" ContentType="application/vnd.openxmlformats-officedocument.presentationml.slide+xml"/>
  <ns0:Override PartName="/ppt/slideMasters/slideMaster6.xml" ContentType="application/vnd.openxmlformats-officedocument.presentationml.slideMaster+xml"/>
  <ns0:Override PartName="/ppt/slides/slide6.xml" ContentType="application/vnd.openxmlformats-officedocument.presentationml.slide+xml"/>
  <ns0:Override PartName="/ppt/slideMasters/slideMaster7.xml" ContentType="application/vnd.openxmlformats-officedocument.presentationml.slideMaster+xml"/>
  <ns0:Override PartName="/ppt/slides/slide7.xml" ContentType="application/vnd.openxmlformats-officedocument.presentationml.slide+xml"/>
  <ns0:Override PartName="/ppt/slideMasters/slideMaster8.xml" ContentType="application/vnd.openxmlformats-officedocument.presentationml.slideMaster+xml"/>
  <ns0:Override PartName="/ppt/slides/slide8.xml" ContentType="application/vnd.openxmlformats-officedocument.presentationml.slide+xml"/>
  <ns0:Override PartName="/ppt/slideMasters/slideMaster9.xml" ContentType="application/vnd.openxmlformats-officedocument.presentationml.slideMaster+xml"/>
  <ns0:Override PartName="/ppt/slides/slide9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webextensions/taskpanes.xml" ContentType="application/vnd.ms-office.webextensiontaskpanes+xml"/>
  <ns0:Override PartName="/ppt/webextensions/webextension1.xml" ContentType="application/vnd.ms-office.webextension+xml"/>
</ns0:Types>
</file>

<file path=_rels/.rels><?xml version='1.0' encoding='UTF-8'?>
<ns0:Relationships xmlns:ns0="http://schemas.openxmlformats.org/package/2006/relationships">
		<ns0:Relationship Id="rId1" Type="http://schemas.openxmlformats.org/officeDocument/2006/relationships/extended-properties" Target="docProps/app.xml" />
		<ns0:Relationship Id="rId2" Type="http://schemas.openxmlformats.org/package/2006/relationships/metadata/core-properties" Target="docProps/core.xml" />
		<ns0:Relationship Id="rId3" Type="http://schemas.openxmlformats.org/officeDocument/2006/relationships/officeDocument" Target="ppt/presentation.xml" />
		<ns0:Relationship Id="rId4" Type="http://schemas.microsoft.com/office/2011/relationships/webextensiontaskpanes" Target="ppt/webextensions/taskpanes.xml" /></ns0: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7968" y="0"/>
            <a:ext cx="256032" cy="51435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Shape 1"/>
          <p:cNvSpPr/>
          <p:nvPr/>
        </p:nvSpPr>
        <p:spPr>
          <a:xfrm>
            <a:off x="8759952" y="0"/>
            <a:ext cx="128016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FA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技术方案 · 原理讲解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DSH on AgentCore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542032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方案原理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331012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把官方 DeepSeek Harness Web UI（@deepseek-ai/dsh 的 dsh web）运行在 Amazon Bedrock AgentCore Runtime 上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3159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A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  ·   每用户一个 microVM 会话   ·   CloudFront + Cognito + Lambda 隧道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A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背景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4572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要解决的问题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77640" cy="1481328"/>
          </a:xfrm>
          <a:prstGeom prst="roundRect">
            <a:avLst>
              <a:gd name="adj" fmla="val 4938"/>
            </a:avLst>
          </a:prstGeom>
          <a:solidFill>
            <a:srgbClr val="132C4E"/>
          </a:solidFill>
          <a:ln/>
          <a:effectLst>
            <a:outerShdw sx="100000" sy="100000" kx="0" ky="0" algn="bl" rotWithShape="0" blurRad="88900" dist="38100" dir="5400000">
              <a:srgbClr val="0B1F3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73152" cy="14813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71907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13232" y="212140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必须用 AgentCore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" y="24688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用户要求方案跑在 Bedrock AgentCore Runtime 上，且直接用官方 dsh web，不自建前端。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92040" y="1554480"/>
            <a:ext cx="3977640" cy="1481328"/>
          </a:xfrm>
          <a:prstGeom prst="roundRect">
            <a:avLst>
              <a:gd name="adj" fmla="val 4938"/>
            </a:avLst>
          </a:prstGeom>
          <a:solidFill>
            <a:srgbClr val="132C4E"/>
          </a:solidFill>
          <a:ln/>
          <a:effectLst>
            <a:outerShdw sx="100000" sy="100000" kx="0" ky="0" algn="bl" rotWithShape="0" blurRad="88900" dist="38100" dir="5400000">
              <a:srgbClr val="0B1F3A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554480"/>
            <a:ext cx="73152" cy="14813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148072" y="171907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148072" y="212140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DSH 是单用户进程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48072" y="24688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 UI 没有多用户隔离，不能简单反向代理给多人共用同一个进程。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55848"/>
            <a:ext cx="3977640" cy="1481328"/>
          </a:xfrm>
          <a:prstGeom prst="roundRect">
            <a:avLst>
              <a:gd name="adj" fmla="val 4938"/>
            </a:avLst>
          </a:prstGeom>
          <a:solidFill>
            <a:srgbClr val="132C4E"/>
          </a:solidFill>
          <a:ln/>
          <a:effectLst>
            <a:outerShdw sx="100000" sy="100000" kx="0" ky="0" algn="bl" rotWithShape="0" blurRad="88900" dist="38100" dir="5400000">
              <a:srgbClr val="0B1F3A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355848"/>
            <a:ext cx="73152" cy="14813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520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13232" y="392277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数据面只有两个入口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3232" y="427024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只暴露 /invocations 与 /ws，无法直接承载官方 UI 的任意 HTTP 与 WebSocket。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3355848"/>
            <a:ext cx="3977640" cy="1481328"/>
          </a:xfrm>
          <a:prstGeom prst="roundRect">
            <a:avLst>
              <a:gd name="adj" fmla="val 4938"/>
            </a:avLst>
          </a:prstGeom>
          <a:solidFill>
            <a:srgbClr val="132C4E"/>
          </a:solidFill>
          <a:ln/>
          <a:effectLst>
            <a:outerShdw sx="100000" sy="100000" kx="0" ky="0" algn="bl" rotWithShape="0" blurRad="88900" dist="38100" dir="5400000">
              <a:srgbClr val="0B1F3A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3355848"/>
            <a:ext cx="73152" cy="14813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2" name="Text 20"/>
          <p:cNvSpPr/>
          <p:nvPr/>
        </p:nvSpPr>
        <p:spPr>
          <a:xfrm>
            <a:off x="5148072" y="3520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本质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148072" y="392277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一条隧道 + 会话隔离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148072" y="427024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把官方 UI 的任意请求"翻译"成 AgentCore 调用，并靠会话 ID 做到每用户隔离。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A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架构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4572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整体架构：一条隧道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88900" dist="38100" dir="5400000">
              <a:srgbClr val="0B1F3A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2148840"/>
            <a:ext cx="1088136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浏览器</a:t>
            </a:r>
            <a:endParaRPr lang="en-US" sz="12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 DSH Web UI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91640" y="2583180"/>
            <a:ext cx="36576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2057400" y="2148840"/>
            <a:ext cx="1371600" cy="868680"/>
          </a:xfrm>
          <a:prstGeom prst="roundRect">
            <a:avLst>
              <a:gd name="adj" fmla="val 6316"/>
            </a:avLst>
          </a:prstGeom>
          <a:solidFill>
            <a:srgbClr val="132C4E"/>
          </a:solidFill>
          <a:ln/>
          <a:effectLst>
            <a:outerShdw sx="100000" sy="100000" kx="0" ky="0" algn="bl" rotWithShape="0" blurRad="88900" dist="38100" dir="5400000">
              <a:srgbClr val="0B1F3A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30552" y="2148840"/>
            <a:ext cx="1225296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</a:t>
            </a:r>
            <a:endParaRPr lang="en-US" sz="12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A9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分发 + 两个 Function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0" y="2286000"/>
            <a:ext cx="36576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3429000" y="2880360"/>
            <a:ext cx="36576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3794760" y="141732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132C4E"/>
          </a:solidFill>
          <a:ln/>
          <a:effectLst>
            <a:outerShdw sx="100000" sy="100000" kx="0" ky="0" algn="bl" rotWithShape="0" blurRad="88900" dist="38100" dir="5400000">
              <a:srgbClr val="0B1F3A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67912" y="1417320"/>
            <a:ext cx="1682496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3FA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隧道 Lambda</a:t>
            </a:r>
            <a:endParaRPr lang="en-US" sz="12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A9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· 登录 · 令牌 · 封包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94760" y="278892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132C4E"/>
          </a:solidFill>
          <a:ln/>
          <a:effectLst>
            <a:outerShdw sx="100000" sy="100000" kx="0" ky="0" algn="bl" rotWithShape="0" blurRad="88900" dist="38100" dir="5400000">
              <a:srgbClr val="0B1F3A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67912" y="2788920"/>
            <a:ext cx="1682496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3FA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Function</a:t>
            </a:r>
            <a:endParaRPr lang="en-US" sz="12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A9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· 注入 Bearer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23560" y="1801368"/>
            <a:ext cx="32004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5623560" y="3172968"/>
            <a:ext cx="32004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5943600" y="1371600"/>
            <a:ext cx="2743200" cy="2240280"/>
          </a:xfrm>
          <a:prstGeom prst="roundRect">
            <a:avLst>
              <a:gd name="adj" fmla="val 2449"/>
            </a:avLst>
          </a:prstGeom>
          <a:solidFill>
            <a:srgbClr val="10243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444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A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Runtime  ·  microVM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35040" y="170078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授权 · 会话 ID = dsh-user-&lt;sub&gt;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108192" y="2011680"/>
            <a:ext cx="2414016" cy="502920"/>
          </a:xfrm>
          <a:prstGeom prst="roundRect">
            <a:avLst>
              <a:gd name="adj" fmla="val 10909"/>
            </a:avLst>
          </a:prstGeom>
          <a:solidFill>
            <a:srgbClr val="FF9900"/>
          </a:solidFill>
          <a:ln/>
          <a:effectLst>
            <a:outerShdw sx="100000" sy="100000" kx="0" ky="0" algn="bl" rotWithShape="0" blurRad="88900" dist="38100" dir="5400000">
              <a:srgbClr val="0B1F3A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81344" y="2011680"/>
            <a:ext cx="226771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适配器</a:t>
            </a:r>
            <a:endParaRPr lang="en-US" sz="12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会话归属校验 · 封包 · 分片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08192" y="2578608"/>
            <a:ext cx="2414016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88900" dist="38100" dir="5400000">
              <a:srgbClr val="0B1F3A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81344" y="2578608"/>
            <a:ext cx="22677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dsh web (127.0.0.1:3080)</a:t>
            </a:r>
            <a:endParaRPr lang="en-US" sz="1200" dirty="0"/>
          </a:p>
          <a:p>
            <a:pPr algn="ctr" indent="0" marL="0">
              <a:lnSpc>
                <a:spcPts val="1200"/>
              </a:lnSpc>
              <a:buNone/>
            </a:pP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08192" y="3108960"/>
            <a:ext cx="2414016" cy="438912"/>
          </a:xfrm>
          <a:prstGeom prst="roundRect">
            <a:avLst>
              <a:gd name="adj" fmla="val 12500"/>
            </a:avLst>
          </a:prstGeom>
          <a:solidFill>
            <a:srgbClr val="132C4E"/>
          </a:solidFill>
          <a:ln/>
          <a:effectLst>
            <a:outerShdw sx="100000" sy="100000" kx="0" ky="0" algn="bl" rotWithShape="0" blurRad="88900" dist="38100" dir="5400000">
              <a:srgbClr val="0B1F3A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81344" y="3108960"/>
            <a:ext cx="226771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3FA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SigV4 签名代理</a:t>
            </a:r>
            <a:endParaRPr lang="en-US" sz="1200" dirty="0"/>
          </a:p>
          <a:p>
            <a:pPr algn="ctr" indent="0" marL="0">
              <a:lnSpc>
                <a:spcPts val="1200"/>
              </a:lnSpc>
              <a:buNone/>
            </a:pP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模型：Amazon Bedrock deepseek.v3.2   ·   DeepSeek 官方 api.deepseek.com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数据（会话历史 / 工作区）落在 AgentCore 托管的 session storage 上，PoC 不自建历史或文件存储。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职责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4572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594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DSH on AgentCore</a:t>
            </a:r>
            <a:pPr algn="l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4/9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PoC 只做四件事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会话历史、工作区、停止生成、文件预览全部直接用 DSH 自己的实现；数据落在 AgentCore 托管的 session storage 上。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82296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1F3A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020824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020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1984248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协议转换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0" y="1984248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浏览器 HTTP / WebSocket  ↔  AgentCore 的 /invocations 与 /ws。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42616"/>
            <a:ext cx="82296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1F3A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278892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788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2752344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身份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00400" y="2752344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登录、令牌、用户到会话的映射，以及会话归属校验。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410712"/>
            <a:ext cx="82296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1F3A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3557016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3557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80160" y="3520440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DSH 托管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00400" y="3520440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启动与加固，DSH 数据目录（DSH_HOME）的持久化。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178808"/>
            <a:ext cx="82296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1F3A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8368" y="432511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4325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280160" y="4288536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模型接入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200400" y="4288536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 Bedrock 调用做 SigV4 签名（执行角色临时凭证）。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请求路径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4572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594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DSH on AgentCore</a:t>
            </a:r>
            <a:pPr algn="l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5/9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路径一：页面与 API (HTTP)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 UI 会向根路径发任意 HTTP 请求，但 AgentCore 只有 /invocations —— 隧道把请求整体封包后调用。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572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1783080"/>
            <a:ext cx="77724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1783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788920" y="17830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default-rewrite 函数把 ? 开头的查询串搬进 x-dsh-raw-query 头（绕开 Function URL 的 400 限制）。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4572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4400" y="2286000"/>
            <a:ext cx="77724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78992" y="22860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隧道 Lambda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788920" y="22860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校验源站密钥头，从 cookie 取令牌解出 sub，派生会话 ID。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788920"/>
            <a:ext cx="4572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4400" y="2788920"/>
            <a:ext cx="77724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078992" y="2788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封包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788920" y="27889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把请求封成 {v, method, path, headers, body(base64)}，带 Bearer 令牌与 Session-Id 调 InvokeAgentRuntime。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291840"/>
            <a:ext cx="4572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4400" y="3291840"/>
            <a:ext cx="77724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1078992" y="3291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适配器校验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788920" y="32918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核对会话 ID = dsh-user-&lt;JWT.sub&gt;；剥离敏感头，换上自己持有的 DSH cookie。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794760"/>
            <a:ext cx="4572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14400" y="3794760"/>
            <a:ext cx="77724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1078992" y="3794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转发 dsh web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2788920" y="37947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Host 改写为 127.0.0.1:3080，转发给官方 dsh web。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4297680"/>
            <a:ext cx="457200" cy="4572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14400" y="4297680"/>
            <a:ext cx="77724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1078992" y="42976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流式回传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2788920" y="42976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响应写成"一行元数据 JSON + 原始字节"，Lambda 拆出状态与头，其余字节原样流回浏览器。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请求路径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4572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594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DSH on AgentCore</a:t>
            </a:r>
            <a:pPr algn="l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6/9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路径二：WebSocket (/api/remote.mux)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 UI 的 WebSocket 固定连 origin/api/remote.mux，不能设子协议或请求头，而 Lambda 无法承载 WS。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57200" cy="5669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8308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1783080"/>
            <a:ext cx="41148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1783080"/>
            <a:ext cx="37947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Function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viewer-request 把 cookie 里的令牌放进 Authorization，URI 改写为 /runtimes/&lt;URL 编码 ARN&gt;/ws，会话 ID 放查询参数。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04872"/>
            <a:ext cx="457200" cy="5669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40487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2404872"/>
            <a:ext cx="41148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78992" y="2404872"/>
            <a:ext cx="37947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直连 AgentCore /ws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以 AgentCore 数据面为源，不经过 Lambda。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026664"/>
            <a:ext cx="457200" cy="5669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02666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4400" y="3026664"/>
            <a:ext cx="41148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78992" y="3026664"/>
            <a:ext cx="37947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适配器校验 + 双向转发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升级前核对会话归属，再与 DSH 的 /api/remote.mux 建连双向转发帧。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648456"/>
            <a:ext cx="457200" cy="5669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64845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3648456"/>
            <a:ext cx="41148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078992" y="3648456"/>
            <a:ext cx="37947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保活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 20s 向 AgentCore 侧发 ping；AgentCore /ws 空闲约 60s 会断开。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257800" y="1783080"/>
            <a:ext cx="3429000" cy="2487168"/>
          </a:xfrm>
          <a:prstGeom prst="roundRect">
            <a:avLst>
              <a:gd name="adj" fmla="val 2206"/>
            </a:avLst>
          </a:prstGeom>
          <a:solidFill>
            <a:srgbClr val="0B1F3A"/>
          </a:solidFill>
          <a:ln/>
          <a:effectLst>
            <a:outerShdw sx="100000" sy="100000" kx="0" ky="0" algn="bl" rotWithShape="0" blurRad="88900" dist="38100" dir="5400000">
              <a:srgbClr val="0B1F3A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257800" y="1783080"/>
            <a:ext cx="3429000" cy="7315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0" y="20391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关键坑：64 KB 单帧上限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0" y="2496312"/>
            <a:ext cx="29718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/ws 对单个 WebSocket 帧限制 64 KB。刷新页面时 DSH 一次推送的历史快照会超过（实测约 72 KB）。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适配器把发往 AgentCore 的大消息按 RFC 6455 续帧拆分（≤48 KB/帧），接收侧重组，绕开上限。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安全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4572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594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DSH on AgentCore</a:t>
            </a:r>
            <a:pPr algn="l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7/9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安全分层：每一层挡住什么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责任边界逐层收窄，任意一层被绕过，下一层仍会拒绝。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1F3A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82296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83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1783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+ 源站密钥头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34840" y="1783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挡住绕过 CloudFront 直连 Function URL（403）。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386584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1F3A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86584"/>
            <a:ext cx="82296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8658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238658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隧道 Lambda / CloudFront Function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434840" y="238658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挡住未登录：HTTP 401、页面 303 跳登录、WebSocket 401。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990088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1F3A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990088"/>
            <a:ext cx="82296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99008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5880" y="299008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JWT 授权器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434840" y="299008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挡住无令牌、被篡改、过期、client_id 不在白名单。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593592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1F3A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593592"/>
            <a:ext cx="82296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59359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25880" y="35935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适配器会话归属校验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434840" y="359359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挡住"持有效令牌却访问他人会话 ID"（/invocations 403，/ws 424）。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4197096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1F3A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4197096"/>
            <a:ext cx="82296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19709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25880" y="419709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microVM + session storage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434840" y="419709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按会话隔离进程、内存、文件系统；执行角色最小权限，只能调所选模型、写日志。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模型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4572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594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DSH on AgentCore</a:t>
            </a:r>
            <a:pPr algn="l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8/9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模型接入：两个来源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用户在输入框下方的模型下拉里切换两个来源。</a:t>
            </a:r>
            <a:endParaRPr lang="en-US" sz="1250" dirty="0"/>
          </a:p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两条路径都在 microVM 内的 127.0.0.1 代理里完成，DSH 本身不感知差异。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侧用执行角色的临时凭证签名，不存在长期密钥；签名代理同时剥离 V3.2 在返回结构化 tool_calls 时漏进正文的原始标记，避免被 DSH 当正文显示并写进历史。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600200"/>
            <a:ext cx="40233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1F3A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1600200"/>
            <a:ext cx="402336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864608" y="1600200"/>
            <a:ext cx="3621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官方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64608" y="2167128"/>
            <a:ext cx="36210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路径：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DSH → 适配器 DeepSeek 代理（注入 key）→ api.deepseek.com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 + 网页搜索（配置 key 时为默认）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3291840"/>
            <a:ext cx="40233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1F3A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3291840"/>
            <a:ext cx="4023360" cy="4572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4864608" y="3291840"/>
            <a:ext cx="3621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64608" y="3858768"/>
            <a:ext cx="36210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路径：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DSH → 127.0.0.1 SigV4 签名代理 → deepseek.v3.2（OpenAI 兼容端点）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凭证：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执行角色临时凭证，可把 IAM 权限限定到单个模型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A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部署形态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4572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两种部署形态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本质相同、持久化不同 —— 两个栈命名、用户池、分发都不同，可同时存在、互不影响。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977640" cy="2514600"/>
          </a:xfrm>
          <a:prstGeom prst="roundRect">
            <a:avLst>
              <a:gd name="adj" fmla="val 2182"/>
            </a:avLst>
          </a:prstGeom>
          <a:solidFill>
            <a:srgbClr val="132C4E"/>
          </a:solidFill>
          <a:ln/>
          <a:effectLst>
            <a:outerShdw sx="100000" sy="100000" kx="0" ky="0" algn="bl" rotWithShape="0" blurRad="88900" dist="38100" dir="5400000">
              <a:srgbClr val="0B1F3A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83080"/>
            <a:ext cx="3977640" cy="5669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85623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DshPoc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0574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形态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2496312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D3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所有用户共用一个 Runtime，数据放 session storage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D3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有每会话 1 GB、14 天未用清空的限制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D3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任何变更（升级、改环境变量、甚至改标签）都产生新版本并清空所有用户数据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D3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重新部署需 acceptDataWipe 确认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783080"/>
            <a:ext cx="3977640" cy="2514600"/>
          </a:xfrm>
          <a:prstGeom prst="roundRect">
            <a:avLst>
              <a:gd name="adj" fmla="val 2182"/>
            </a:avLst>
          </a:prstGeom>
          <a:solidFill>
            <a:srgbClr val="132C4E"/>
          </a:solidFill>
          <a:ln/>
          <a:effectLst>
            <a:outerShdw sx="100000" sy="100000" kx="0" ky="0" algn="bl" rotWithShape="0" blurRad="88900" dist="38100" dir="5400000">
              <a:srgbClr val="0B1F3A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783080"/>
            <a:ext cx="3977640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85623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DshPerUser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0574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长期试用形态（决策点 D4 · 方案 A）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65192" y="2496312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D3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每用户一个 Runtime，挂载独占 EFS（访问点 uid/gid 991）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D3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升级不再清空数据，也不需要 acceptDataWipe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D3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1 GB / 14 天限制，支持硬链接，按用户隔离角色与文件系统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D3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 VPC；实测 alice/bob 隔离、持久化、冷启动约 6.7s 全部通过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结论：PoC 用 DshPoc 快速验证原理，长期试用切到 DshPerUser 保住用户数据。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
<Relationships xmlns="http://schemas.openxmlformats.org/package/2006/relationships">
  <Relationship Id="rId1" Type="http://schemas.microsoft.com/office/2011/relationships/webextension" Target="webextension1.xml"/>
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23993B9-E5A4-4EF3-8D42-F5A99AA33980}">
  <we:reference id="WA200010606" version="1.0.10036.0" store="en-us" storeType="OMEX"/>
  <we:alternateReferences/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2026-09-29T08:09:05Z</dcterms:created>
  <dcterms:modified xsi:type="dcterms:W3CDTF">2026-09-29T08:09:05Z</dcterms:modified>
</cp:coreProperties>
</file>